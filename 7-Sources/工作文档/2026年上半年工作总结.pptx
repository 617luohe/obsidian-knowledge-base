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</a:t>
            </a:r>
            <a:endParaRPr lang="en-US" sz="4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工作总结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914400" y="3383280"/>
            <a:ext cx="18288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2026年1月  —  6月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天车定位辅助系统  ·  质检部实验室  ·  冷轧排程  ·  ……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  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420624" cy="420624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20700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天车定位辅助系统项目（一）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97280" y="15087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 · 终端开发 · MQ通讯 · 串口解析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130552"/>
            <a:ext cx="420624" cy="420624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1305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103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天车定位辅助系统项目（二）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97280" y="240487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智慧物流 · 界面优化 · 集中测试 · 功能完善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26664"/>
            <a:ext cx="420624" cy="420624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99923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其他项目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33009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质检部实验室 · 冷轧排程 · 4300水处理 · 低代码学习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22776"/>
            <a:ext cx="420624" cy="420624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922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895344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个人成长总结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97280" y="419709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物联网通讯 · 系统集成 · 全栈开发 · 项目管理 · 技术视野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天车定位辅助系统项目（一）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接口设计与终端开发（4月）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45720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定义前后端接口形式，完成报表、库存、规则配置等API文档编写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开发天车坐标实时接收转发、天车信息显示接口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开发指令重量/位置判断及锁定解锁逻辑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按详细设计书1:1还原终端停车位布局及界面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开发配料计划分解功能（按天车作业范围分解）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78892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MQ通讯与串口开发（5月）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090672"/>
            <a:ext cx="45720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200400"/>
            <a:ext cx="38862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开发料场、物流与天车MQ报文通讯与解析功能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开发天车终端重量实时显示UDP报文解析及串口转发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测试天车秤重量串口、定位与称的串口解析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优化坐标刷新及报文粘包解析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调整定位系统基站解析逻辑（仅解析指定标签）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777240"/>
            <a:ext cx="39776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777240"/>
            <a:ext cx="397764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14400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项目时间线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92040" y="1408176"/>
            <a:ext cx="164592" cy="16459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15" name="Shape 13"/>
          <p:cNvSpPr/>
          <p:nvPr/>
        </p:nvSpPr>
        <p:spPr>
          <a:xfrm>
            <a:off x="4956048" y="1572768"/>
            <a:ext cx="18288" cy="80467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6" name="Text 14"/>
          <p:cNvSpPr/>
          <p:nvPr/>
        </p:nvSpPr>
        <p:spPr>
          <a:xfrm>
            <a:off x="5166360" y="133502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66360" y="159105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接口定义与文档编写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终端功能开发与联调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92040" y="2414016"/>
            <a:ext cx="164592" cy="16459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19" name="Shape 17"/>
          <p:cNvSpPr/>
          <p:nvPr/>
        </p:nvSpPr>
        <p:spPr>
          <a:xfrm>
            <a:off x="4956048" y="2578608"/>
            <a:ext cx="18288" cy="80467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23408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259689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MQ报文通讯开发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UDP串口解析与现场测试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892040" y="3419856"/>
            <a:ext cx="164592" cy="164592"/>
          </a:xfrm>
          <a:prstGeom prst="ellipse">
            <a:avLst/>
          </a:prstGeom>
          <a:solidFill>
            <a:srgbClr val="DAA520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34670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66360" y="3602736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联合测试与功能完善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部署程序至测试服务器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天车定位辅助系统项目（二）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智慧物流与PES接口（5月）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45720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188720"/>
            <a:ext cx="3886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车辆匹配停车位、发送停车位基础信息及到位作业信息接口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废钢存放区域修改信息、天车重量信息上报接口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停车位装车完成推送物流MQ接口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开发完善PES系统废钢计划下发接口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46888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界面优化与数据库对齐（5月）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770632"/>
            <a:ext cx="45720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880360"/>
            <a:ext cx="3886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6项UI/逻辑优化：箭头加宽、称重大字、同车单锁、天车号列等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按新版Oracle表结构对齐，修改字段映射及建表脚本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修改完善智慧物流MQ接口解析程序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77724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集中测试与功能完善（6月）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078992"/>
            <a:ext cx="45720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188720"/>
            <a:ext cx="38862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与物流、料场联合测试MQ报文收发及天车终端联动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修复终端计划待装量计算错误、停车位编号显示、选中取消问题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完善库位校验偏移量逻辑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修改计划结束逻辑（点击结束 + 重量验证）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配合前端测试地面系统，部署程序至测试服务器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3017520"/>
            <a:ext cx="18516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3017520"/>
            <a:ext cx="185166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6" name="Text 14"/>
          <p:cNvSpPr/>
          <p:nvPr/>
        </p:nvSpPr>
        <p:spPr>
          <a:xfrm>
            <a:off x="4910328" y="309067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跨系统集成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10328" y="3383280"/>
            <a:ext cx="16322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智慧物流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PES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料场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RabbitMQ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35140" y="3017520"/>
            <a:ext cx="18516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35140" y="3017520"/>
            <a:ext cx="185166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20" name="Text 18"/>
          <p:cNvSpPr/>
          <p:nvPr/>
        </p:nvSpPr>
        <p:spPr>
          <a:xfrm>
            <a:off x="6944868" y="3090672"/>
            <a:ext cx="16322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终端交互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4868" y="3383280"/>
            <a:ext cx="163220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WinForm界面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UDP/串口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实时重量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坐标采集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其他项目与工作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777240"/>
            <a:ext cx="260604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质检部实验室项目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61288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Oracle数据库搭建与本地建表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人员档案页面（附件上传、审批模块）开发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人员监督页面前后台联调测试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人员、设备、方法基础表单CRUD API开发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与业主讨论需求，调整表结构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77724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777240"/>
            <a:ext cx="260604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冷轧排程项目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1161288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5272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辅助排查导入Excel字段为空报错（4月）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开发整点定时同步库存功能，转发算法模型（6月）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排查修复自动化率计算的主轧材统计问题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6060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777240"/>
            <a:ext cx="260604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4300水处理项目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161288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52728"/>
            <a:ext cx="23317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设计前端展示页面初版（4月）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291840"/>
            <a:ext cx="8229600" cy="27432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401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其他工作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3703320"/>
            <a:ext cx="45720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低代码平台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050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技术文档学习、环境安装、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设计器培训及页面功能练习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工业大模型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40050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参加智工工业大模型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专题交流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97880" y="379476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Langchain智能体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4005072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参加研究所《基于Langchain框架</a:t>
            </a:r>
            <a:endParaRPr lang="en-US" sz="10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的智能体开发实践分享》学习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个人成长总结 — 技术能力提升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777240"/>
            <a:ext cx="260604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物联网与硬件通讯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161288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52728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深入掌握串口通讯、UDP报文解析、MQ报文通讯等底层技术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完成天车定位数据采集、重量实时显示、基站坐标解析等功能开发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积累现场硬件设备联调测试经验（称重控制器、定位基站、天车秤）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提升硬件接口编程与问题排查能力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77724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777240"/>
            <a:ext cx="260604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系统集成与接口设计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29000" y="1161288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252728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独立完成与智慧物流、PES、料场等多个外部系统的接口设计、开发与联调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积累跨系统集成的丰富经验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完成RabbitMQ通讯配置、报文解析与存储逻辑开发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掌握消息队列在工业场景中的应用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777240"/>
            <a:ext cx="26060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777240"/>
            <a:ext cx="260604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8686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全栈开发能力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1161288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9" name="Text 17"/>
          <p:cNvSpPr/>
          <p:nvPr/>
        </p:nvSpPr>
        <p:spPr>
          <a:xfrm>
            <a:off x="6217920" y="1252728"/>
            <a:ext cx="23317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天车终端Winform界面开发与地面系统后端API并行推进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覆盖C/S和B/S双端开发模式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通过低代码平台培训学习，了解低代码开发模式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拓宽整体技术视野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48640"/>
          </a:xfrm>
          <a:prstGeom prst="rect">
            <a:avLst/>
          </a:prstGeom>
          <a:solidFill>
            <a:srgbClr val="FFF8E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486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项目管理能力 · 技术视野拓展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40005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777240"/>
            <a:ext cx="400050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868680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现场协作与问题响应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234440"/>
            <a:ext cx="37261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多次配合现场测试人员完成串口解析、终端功能验证、MQ联动测试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面对天车终端解析异常、报文格式不一致等现场问题，快速定位根因并给出解决方案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积累多系统、多团队协作场景的沟通协调经验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32020" y="777240"/>
            <a:ext cx="400050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32020" y="777240"/>
            <a:ext cx="400050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2" name="Text 10"/>
          <p:cNvSpPr/>
          <p:nvPr/>
        </p:nvSpPr>
        <p:spPr>
          <a:xfrm>
            <a:off x="4869180" y="868680"/>
            <a:ext cx="37261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需求理解与文档沉淀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69180" y="1143000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4" name="Text 12"/>
          <p:cNvSpPr/>
          <p:nvPr/>
        </p:nvSpPr>
        <p:spPr>
          <a:xfrm>
            <a:off x="4869180" y="1234440"/>
            <a:ext cx="37261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通过质检部实验室项目与业主频繁沟通，深入理解实验室业务流程（设备、方法、人员、审批）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通过天车定位项目的详细设计讨论与修改，加深项目全流程设计的理解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82296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" y="3017520"/>
            <a:ext cx="8229600" cy="36576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技术视野拓展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383280"/>
            <a:ext cx="365760" cy="27432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493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低代码平台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学习低代码平台技术文档与设计器使用，了解低代码开发模式在工业场景中的适用性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3493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工业大模型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3756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参加智工工业大模型专题交流，了解工业互联网领域的智能化发展趋势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0" y="34930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</a:t>
            </a:r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Langchain智能体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0" y="374904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学习基于Langchain框架的智能体开发实践，了解AI Agent技术原理及工业场景应用潜力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2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  谢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926080"/>
            <a:ext cx="1828800" cy="54864"/>
          </a:xfrm>
          <a:prstGeom prst="rect">
            <a:avLst/>
          </a:prstGeom>
          <a:solidFill>
            <a:srgbClr val="DAA520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AA5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2026年上半年工作总结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2026年上半年工作总结</dc:title>
  <dc:subject>PptxGenJS Presentation</dc:subject>
  <dc:creator>luohe</dc:creator>
  <cp:lastModifiedBy>luohe</cp:lastModifiedBy>
  <cp:revision>1</cp:revision>
  <dcterms:created xsi:type="dcterms:W3CDTF">2026-07-01T05:39:18Z</dcterms:created>
  <dcterms:modified xsi:type="dcterms:W3CDTF">2026-07-01T05:39:18Z</dcterms:modified>
</cp:coreProperties>
</file>