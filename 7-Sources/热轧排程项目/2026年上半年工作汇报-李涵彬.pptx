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31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2026年上半年</a:t>
            </a:r>
            <a:endParaRPr lang="en-US" sz="4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工作汇报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31520" y="2834640"/>
            <a:ext cx="1828800" cy="0"/>
          </a:xfrm>
          <a:prstGeom prst="line">
            <a:avLst/>
          </a:prstGeom>
          <a:noFill/>
          <a:ln w="38100">
            <a:solidFill>
              <a:srgbClr val="E873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10896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冷热板坯集批排产模型技术开发</a:t>
            </a:r>
            <a:endParaRPr lang="en-US" sz="2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汇报人：李涵彬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2026年1月 – 6月  |  W1–W27  |  约126个工作日</a:t>
            </a:r>
            <a:endParaRPr lang="en-US" sz="2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73152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汇报目录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594360" cy="5943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45920" y="13533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上半年工作概述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45920" y="16733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整体定位、双季度主线与关键数据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417320"/>
            <a:ext cx="457200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219456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194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645920" y="21762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第一季度（1-3月）工作进展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645920" y="24963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工具链体系化建设与配置管理</a:t>
            </a:r>
            <a:endParaRPr lang="en-US" sz="13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240280"/>
            <a:ext cx="457200" cy="4572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31520" y="301752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0"/>
          <p:cNvSpPr/>
          <p:nvPr/>
        </p:nvSpPr>
        <p:spPr>
          <a:xfrm>
            <a:off x="731520" y="3017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1645920" y="29992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第二季度（4-6月）工作进展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1645920" y="33192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粗轧排程从零到一 + 评分体系落地</a:t>
            </a:r>
            <a:endParaRPr lang="en-US" sz="13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3063240"/>
            <a:ext cx="457200" cy="45720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731520" y="3840480"/>
            <a:ext cx="594360" cy="594360"/>
          </a:xfrm>
          <a:prstGeom prst="ellipse">
            <a:avLst/>
          </a:prstGeom>
          <a:solidFill>
            <a:srgbClr val="E8731A"/>
          </a:solidFill>
          <a:ln/>
        </p:spPr>
      </p:sp>
      <p:sp>
        <p:nvSpPr>
          <p:cNvPr id="19" name="Text 14"/>
          <p:cNvSpPr/>
          <p:nvPr/>
        </p:nvSpPr>
        <p:spPr>
          <a:xfrm>
            <a:off x="731520" y="3840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1645920" y="38221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个人成长与下阶段计划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1645920" y="41422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五项能力成长总结 + Q3 工作规划</a:t>
            </a:r>
            <a:endParaRPr lang="en-US" sz="13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388620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上半年工作概述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2026年上半年是冷热板坯集批排产模型从</a:t>
            </a:r>
            <a:pPr indent="0" marL="0">
              <a:buNone/>
            </a:pPr>
            <a:r>
              <a:rPr lang="en-US" sz="1600" b="1" dirty="0">
                <a:solidFill>
                  <a:srgbClr val="E87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"工具链建设"到"产品化落地"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的关键半年。一季度聚焦结果分析工具矩阵完善与配置管理体系建立，为后续开发提供工具支撑；二季度完成粗轧规则排程从零到一的架构设计与上线、BFS到贪心算法的全面迁移、评分体系的建立与落地，实现了排产质量从"能排"到"排得好"的跨越。两个季度产出覆盖了从工具链到核心算法的完整产品闭环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2697480"/>
            <a:ext cx="36576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697480"/>
            <a:ext cx="36576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880360"/>
            <a:ext cx="1645920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880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 2026（1-3月）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工具链体系化建设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36118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结果分析看板工具规则检查重写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配置文件管理与多模式调用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主轧材轧厚分析模块开发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过渡材/可利用材标记逻辑修复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2697480"/>
            <a:ext cx="36576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2697480"/>
            <a:ext cx="36576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0" y="2880360"/>
            <a:ext cx="164592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2880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Q2 2026（4-6月）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3246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产品化落地与质量跃升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20640" y="36118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粗轧规则排程从需求到上线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BFS→贪心算法四大模块迁移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评分体系上线（能排→排得好）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可利用材+规格集中+策略E落地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1828800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阶段一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1-2月 · 结果分析工具与配置管理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23774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23774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83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结果分析工具矩阵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2011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结果对比看板规则检查模块重写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修复混杂检查 Bug，运行正常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人工/算法计划对比与导出功能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格式分析报告导出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数据仪表板功能模块开发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1600200"/>
            <a:ext cx="23774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600200"/>
            <a:ext cx="23774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783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算法调用与配置管理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2240280"/>
            <a:ext cx="2011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四种算法调用模式（含可利用材二次调用）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配置文件分离管理与中文注释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新旧配置文件同时展示功能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使用本地数据运行算法功能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人工计划新辊期号转存功能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600200"/>
            <a:ext cx="23774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600200"/>
            <a:ext cx="23774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783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Bug 修复与数据治理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2240280"/>
            <a:ext cx="2011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数据字段缺失统一处理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计划时间更新防止主键冲突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算法标记"模型名称"字段逻辑调整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过渡材标记错误修复与后处理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多进程冲突异常排查与修复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1828800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阶段二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3月 · 轧厚分析与排程分支增强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3749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508760"/>
            <a:ext cx="54864" cy="137160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459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5819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主轧材轧厚分析模块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71600" y="19202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算法排程及结果分析工具增加主轧材轧厚分析模块，支持三种配置文件选择分支，为后续规格集中优化提供数据基础。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46320" y="1508760"/>
            <a:ext cx="3749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1508760"/>
            <a:ext cx="54864" cy="137160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59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5819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配置文件分支管理增强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486400" y="19202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结果分析工具配置文件管理 Bug 修复——解决默认配置错误引用最新版本配置的问题，增加新旧配置文件同时展示功能。本地算法测试增加创建人后缀标识。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31520" y="3063240"/>
            <a:ext cx="3749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31520" y="3063240"/>
            <a:ext cx="54864" cy="137160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2004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31363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排程分支策略扩展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371600" y="34747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排程分支增加断点宽松分支，扩展排程策略可选范围，为后续多策略并行交付打下基础。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846320" y="3063240"/>
            <a:ext cx="3749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46320" y="3063240"/>
            <a:ext cx="54864" cy="137160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20040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31363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过渡边临时降级处理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486400" y="34747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多阶段调度中临时关闭过渡边功能，为后续粗轧规则排程的架构设计让路，体现了渐进式重构的工程思路。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182880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阶段一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4月 · 数据基础设施与架构设计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23774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23774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83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数据基础设施现代化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存储层 Excel → CSV 迁移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日志系统重构，多类别日志文件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数据过滤优化，减少DataFrame拷贝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建立"优化-验证-回溯"安全工作流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1600200"/>
            <a:ext cx="23774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600200"/>
            <a:ext cx="2377440" cy="54864"/>
          </a:xfrm>
          <a:prstGeom prst="rect">
            <a:avLst/>
          </a:prstGeom>
          <a:solidFill>
            <a:srgbClr val="E8731A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783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73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粗轧规则排程架构设计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23317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需求分析→模块划分→接口定义完整设计链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调度器/规则引擎/结果构建器三大模块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核心数据结构：排程计划、板坯单元、规则约束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骨架代码搭建，明确模块边界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600200"/>
            <a:ext cx="23774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600200"/>
            <a:ext cx="23774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783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稳定性保障与上线准备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23317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 datetime/string 类型不一致 Bug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批量测试暴露并修复空数据等边界问题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编制上线 Checklist，代码整理归档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五一后生产上线准备就绪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182880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阶段二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5月 · 算法升级与评分体系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23774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23774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83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BFS→贪心算法全模块迁移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物料邻接算法 BFS→贪心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主闸段连接算法迁移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主轧段物料邻接过渡迁移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过渡段+窗口约束+最小数量限制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算法耗时大幅降低，适应实时性要求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1600200"/>
            <a:ext cx="23774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600200"/>
            <a:ext cx="2377440" cy="54864"/>
          </a:xfrm>
          <a:prstGeom prst="rect">
            <a:avLst/>
          </a:prstGeom>
          <a:solidFill>
            <a:srgbClr val="E8731A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783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73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评分体系从零到集成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23317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设计评分架构与公式（主轧段+离散）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评分模块编码→排程系统集成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提前完成结果分析工具对接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"能排"→"排得好"里程碑达成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600200"/>
            <a:ext cx="23774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600200"/>
            <a:ext cx="23774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783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现场部署与问题响应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23317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烫辊段物料统计代码上线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修复辊期数量不一致问题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修复手动调度遗留同步 Bug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完成设计文档/双语README/配置文档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182880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阶段三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6月 · 功能深化与工程治理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37490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508760"/>
            <a:ext cx="54864" cy="9601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459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554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评分体系正式上线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71600" y="185623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修复遗留 Bug，生产部署稳定运行。增加评分参数配置功能，开发算法离线测试模块。响应用户现场案例调测。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46320" y="1508760"/>
            <a:ext cx="37490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1508760"/>
            <a:ext cx="54864" cy="96012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59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554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可利用材模块全流程交付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486400" y="185623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case 分析→方案设计→开发→上线试运行→问题修复的完整闭环。根因分析修复 b 规则违反问题。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31520" y="2606040"/>
            <a:ext cx="37490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31520" y="2606040"/>
            <a:ext cx="54864" cy="96012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7432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2651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规格集中与跨团队对齐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371600" y="295351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与用户讨论确定厚度规格集中方案并编码落地。参与供应链/排程算法对齐会议。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846320" y="2606040"/>
            <a:ext cx="37490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46320" y="2606040"/>
            <a:ext cx="54864" cy="960120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74320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2651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配置治理与策略E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486400" y="295351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版本分支开关集中至配置文件第0节，6项交付策略明确优先级。策略E落地：惩罚矩阵+贪心算法+原生数据过滤器。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731520" y="3703320"/>
            <a:ext cx="37490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31520" y="3703320"/>
            <a:ext cx="54864" cy="9601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840480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371600" y="3749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算法修复与优化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1371600" y="405079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修复温度惩罚计算错误、桥接逻辑问题、数据库 NaT 写入等底层缺陷。重构粗轧规则排程配置结构。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846320" y="3703320"/>
            <a:ext cx="37490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846320" y="3703320"/>
            <a:ext cx="54864" cy="96012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840480"/>
            <a:ext cx="365760" cy="3657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486400" y="3749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批量工具与调试能力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5486400" y="405079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批量粗排重算工具、批量导出性能优化、过渡段验证控制、Git-SVN 差异同步工具等配套工具链完善。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个人成长总结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端到端产品交付能力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48132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从需求分析到生产上线，完整经历粗轧排程和评分体系两个大型模块的全生命周期，具备将模糊需求转化为上线功能的独立能力。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984248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9385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算法设计与工程化思维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23113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BFS→贪心迁移深化了对"解质量 vs 计算效率"工程权衡的理解。面向实际约束做算法决策，比单纯追求理论最优解更为务实。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734056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734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6883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工具链构建与质量意识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980944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从结果分析工具矩阵到算法离线测试模块，持续构建支撑算法迭代的工具链。批量测试作为质量闸门，"优化-验证-回溯"闭环贯穿始终。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483864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43814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生产问题响应与用户协作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73075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独立排查用户现场问题，从现象反推根因。与用户直接讨论业务规则，将模糊的领域需求转化为可实现的算法逻辑。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4233672"/>
            <a:ext cx="457200" cy="457200"/>
          </a:xfrm>
          <a:prstGeom prst="ellipse">
            <a:avLst/>
          </a:prstGeom>
          <a:solidFill>
            <a:srgbClr val="E8731A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41879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技术债管理与工程治理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448056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在功能开发高压下不忘偿还技术债——配置集中管理、版本分支体系化、交付策略明确化，为长期可维护性打下基础。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下阶段工作计划（Q3 2026）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1887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3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核心目标：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多策略并行交付 + 排程质量闭环优化 + 知识体系固化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011680"/>
          <a:ext cx="76809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474720"/>
                <a:gridCol w="32918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优先级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工作项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目标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8731A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P0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策略E排程功能集成测试与调优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惩罚矩阵+贪心策略稳定上线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8731A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P0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6项交付策略分支逐个验证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策略开关独立可控、灵活切换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C3AED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P1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基于评分结果反向优化排程参数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评分数据形成参数优化闭环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C3AED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P1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原生数据过滤器性能对比评估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量化过滤效果、决定推广范围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4A3B8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P2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算法测试模块完善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离线测试能力持续建设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4A3B8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P2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未排出结果优化 + 全流程文档体系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系统性方案 + 知识固化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Q3 季度节奏预期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645920" y="1965960"/>
            <a:ext cx="621792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54480" y="173736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7月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880360"/>
            <a:ext cx="219456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880360"/>
            <a:ext cx="45720" cy="4389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88036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策略E调优上线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429000"/>
            <a:ext cx="219456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3429000"/>
            <a:ext cx="45720" cy="4389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42900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交付策略分支验证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977640"/>
            <a:ext cx="219456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3977640"/>
            <a:ext cx="45720" cy="4389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97764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原生过滤器性能评估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97680" y="173736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42976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657600" y="2331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8月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3657600" y="2880360"/>
            <a:ext cx="219456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0" y="2880360"/>
            <a:ext cx="45720" cy="4389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3794760" y="288036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评分反馈闭环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0" y="3429000"/>
            <a:ext cx="219456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0" y="3429000"/>
            <a:ext cx="45720" cy="4389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3794760" y="342900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参数反向优化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0" y="3977640"/>
            <a:ext cx="219456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0" y="3977640"/>
            <a:ext cx="45720" cy="4389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3794760" y="397764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未排出case优化方案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040880" y="173736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70408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400800" y="2331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9月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400800" y="2880360"/>
            <a:ext cx="219456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00800" y="2880360"/>
            <a:ext cx="45720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6537960" y="288036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算法测试模块完善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0" y="3429000"/>
            <a:ext cx="219456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00800" y="3429000"/>
            <a:ext cx="45720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6537960" y="342900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全流程文档体系收尾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00800" y="3977640"/>
            <a:ext cx="219456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400800" y="3977640"/>
            <a:ext cx="45720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9" name="Text 37"/>
          <p:cNvSpPr/>
          <p:nvPr/>
        </p:nvSpPr>
        <p:spPr>
          <a:xfrm>
            <a:off x="6537960" y="397764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Q3总结与Q4规划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31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4630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谢谢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731520" y="2651760"/>
            <a:ext cx="1828800" cy="0"/>
          </a:xfrm>
          <a:prstGeom prst="line">
            <a:avLst/>
          </a:prstGeom>
          <a:noFill/>
          <a:ln w="38100">
            <a:solidFill>
              <a:srgbClr val="E873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9260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冷热板坯集批排产模型技术开发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李涵彬  |  2026年7月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2026年上半年工作汇报</dc:title>
  <dc:subject>PptxGenJS Presentation</dc:subject>
  <dc:creator>李涵彬</dc:creator>
  <cp:lastModifiedBy>李涵彬</cp:lastModifiedBy>
  <cp:revision>1</cp:revision>
  <dcterms:created xsi:type="dcterms:W3CDTF">2026-07-01T04:23:55Z</dcterms:created>
  <dcterms:modified xsi:type="dcterms:W3CDTF">2026-07-01T04:23:55Z</dcterms:modified>
</cp:coreProperties>
</file>