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2026年第二季度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工作汇报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828800" cy="0"/>
          </a:xfrm>
          <a:prstGeom prst="line">
            <a:avLst/>
          </a:prstGeom>
          <a:noFill/>
          <a:ln w="38100">
            <a:solidFill>
              <a:srgbClr val="E87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冷热板坯集批排产模型技术开发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汇报人：李涵彬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 – 6月  |  W14–W27  |  63个工作日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731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个人工作概述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季度整体定位与关键数据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50876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工作进展与个人成长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三阶段详细进展 + 五项成长总结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06040"/>
            <a:ext cx="502920" cy="502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645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下季度工作计划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6459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Q3核心目标、重点任务与节奏规划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703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个人工作概述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二季度是冷热板坯集批排产模型从</a:t>
            </a:r>
            <a:pPr indent="0" marL="0">
              <a:buNone/>
            </a:pPr>
            <a:r>
              <a:rPr lang="en-US" sz="1600" b="1" dirty="0">
                <a:solidFill>
                  <a:srgbClr val="E8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“能用”走向“好用”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的关键阶段。本季度完成了粗轧规则排程从零到一的架构设计与上线，推动了核心排程算法从 BFS 到贪心策略的全面迁移，建立了评分体系使排产质量可量化、可优化，并持续响应现场需求完成多个功能模块交付。季度末完成配置治理与交付策略体系化，为 Q3 多策略并行迭代打下工程基础。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10896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 · 基础建设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数据基础设施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38328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0" y="31089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310896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 · 算法升级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3566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BFS→贪心迁移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评分体系开发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38328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17920" y="31089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3108960"/>
            <a:ext cx="23774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 · 功能深化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00800" y="3566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生产成熟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工程治理</a:t>
            </a:r>
            <a:endParaRPr lang="en-US" sz="13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3832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 · 基础建设与架构设计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数据基础设施现代化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91440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W14-W15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 Excel → CSV 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日志系统重构，多类别日志文件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数据过滤优化，减少DataFrame拷贝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建立"优化-验证-回溯"安全工作流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002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粗轧规则排程架构设计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2194560"/>
            <a:ext cx="91440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W16-W17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需求分析→模块划分→接口定义完整设计链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调度器 / 规则引擎 / 结果构建器三大模块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核心数据结构：排程计划、板坯单元、规则约束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骨架代码搭建，明确模块边界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002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稳定性保障与上线准备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91440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datetime/string 类型不一致 Bug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批量测试暴露并修复空数据等边界问题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编制上线 Checklist，代码整理归档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五一后生产上线准备就绪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 · 算法升级与评分体系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BFS → 贪心算法全模块迁移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9144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W20-W21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物料邻接算法 BFS→贪心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主闸段连接算法迁移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主轧段物料邻接过渡迁移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过渡段+窗口约束+最小数量限制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算法耗时大幅降低，适应实时性要求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00200"/>
            <a:ext cx="237744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评分体系从零到集成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2194560"/>
            <a:ext cx="914400" cy="256032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W21-W22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设计评分架构与公式（主轧段+离散）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评分模块编码→排程系统集成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提前完成结果分析工具对接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"能排" → "排得好"里程碑达成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600200"/>
            <a:ext cx="2377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现场部署与问题响应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91440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94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W19-W20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烫辊段物料统计代码上线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修复辊期数量不一致问题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修复手动调度遗留同步 Bug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完成设计文档/双语README/配置文档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6月 · 功能深化与工程治理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评分体系正式上线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修复遗留 Bug，生产部署稳定运行。增加评分参数配置功能，开发算法离线测试模块。响应用户现场案例调测。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56032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5603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可利用材模块全流程交付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7160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case 分析→方案设计→开发→上线试运行→问题修复的完整闭环。同步完成过渡段校验、批量重算工具等。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6118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61188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规格集中与跨团队对齐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995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与用户讨论确定厚度规格集中方案并编码落地。参与供应链/排程算法对齐会议。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1508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150876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配置治理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版本分支开关集中至配置文件第0节，结束配置混乱。明确 6 项交付策略并标注优先级。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46320" y="256032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46320" y="2560320"/>
            <a:ext cx="54864" cy="914400"/>
          </a:xfrm>
          <a:prstGeom prst="rect">
            <a:avLst/>
          </a:prstGeom>
          <a:solidFill>
            <a:srgbClr val="E8731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974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策略E 排程功能落地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86400" y="2944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惩罚矩阵 + 阶段1贪心算法实现。原生数据过滤器。修复温度惩罚计算、桥接逻辑、NaT写入等底层缺陷。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个人成长总结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端到端交付能力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从需求分析到生产上线，完整经历粗轧排程和评分体系两个大型模块的全生命周期，具备将模糊需求转化为上线功能的独立能力。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算法工程化思维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BFS→贪心迁移深化了对"解质量 vs 计算效率"工程权衡的理解。面向实际约束做算法决策，比单纯追求理论最优解更为务实。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3405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质量意识与工程纪律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批量测试作为质量闸门贯穿全季度；"优化-验证-回溯"闭环；文档与代码同步更新，降低协作摩擦。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838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生产问题响应与用户协作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独立排查用户现场问题，从现象反推根因。与用户直接讨论业务规则，将模糊的领域需求转化为可实现的算法逻辑。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33672"/>
            <a:ext cx="457200" cy="457200"/>
          </a:xfrm>
          <a:prstGeom prst="ellipse">
            <a:avLst/>
          </a:prstGeom>
          <a:solidFill>
            <a:srgbClr val="E8731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技术债管理意识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季度末主动推动配置治理与交付策略体系化，在功能开发高压下不忘工程债务偿还，为多策略并行迭代打下基础。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下季度工作计划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核心目标：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多策略并行交付 + 排程质量闭环优化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21945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优先级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工作项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目标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预期产出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3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策略E 排程功能集成测试与调优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确保惩罚矩阵+贪心策略稳定可用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策略E 上线运行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73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项交付策略分支逐个验证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各策略开关独立可控、灵活切换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交付策略矩阵落地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原生数据过滤器性能对比评估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量化过滤优化效果，决定推广范围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性能对比报告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基于评分结果反向优化排程参数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利用Q2评分数据形成参数优化闭环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参数调优方案与效果验证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算法测试模块完善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持续建设离线测试能力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测试模块功能扩展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4A3B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未排出结果优化 + 文档体系完善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系统性分析与方案设计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未排出case方案 + 完整文档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季度节奏预期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645920" y="1920240"/>
            <a:ext cx="6217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691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83464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策略E 调优上线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38328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832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交付策略分支验证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931920"/>
            <a:ext cx="4572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931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原生过滤器性能评估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8月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0" y="2834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83464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评分反馈闭环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338328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338328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3832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参数反向优化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393192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0" y="3931920"/>
            <a:ext cx="457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931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未排出 case 优化方案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0" y="1691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9月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0" y="283464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28346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834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算法测试模块完善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38328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38328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3832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全流程文档体系收尾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0" y="3931920"/>
            <a:ext cx="21945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393192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931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总结与 Q4 规划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828800" cy="0"/>
          </a:xfrm>
          <a:prstGeom prst="line">
            <a:avLst/>
          </a:prstGeom>
          <a:noFill/>
          <a:ln w="38100">
            <a:solidFill>
              <a:srgbClr val="E87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冷热板坯集批排产模型技术开发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李涵彬  |  2026年7月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2026年第二季度工作汇报</dc:title>
  <dc:subject>PptxGenJS Presentation</dc:subject>
  <dc:creator>李涵彬</dc:creator>
  <cp:lastModifiedBy>李涵彬</cp:lastModifiedBy>
  <cp:revision>1</cp:revision>
  <dcterms:created xsi:type="dcterms:W3CDTF">2026-07-01T03:38:27Z</dcterms:created>
  <dcterms:modified xsi:type="dcterms:W3CDTF">2026-07-01T03:38:27Z</dcterms:modified>
</cp:coreProperties>
</file>